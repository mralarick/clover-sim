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0060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009173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4301254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7662018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724672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2386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887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62507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1578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596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293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588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010E31-C781-880C-FCAF-827678082D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D1C609-35D8-FBBF-01F3-EDABCD5804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780D20-360E-3A3D-C157-5BAC2E602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220C51-8FB4-7334-0906-D978861ABD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378C0D-0B66-49CC-BB15-4617B2C200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53524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489644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831719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91863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06436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7984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57953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32391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432554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86910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72851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66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96673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6228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87181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3370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801757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13625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62357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20002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96986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99073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72458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54035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893569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29254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446504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043766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073301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5927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720297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948979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737415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8199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926310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84419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34452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032558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896797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83367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82714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49367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42224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132733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035120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98025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95896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58000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4988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213913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89701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842337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26727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0857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856273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22781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81288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4576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33187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44244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515255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247502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72371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17949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clover-sim</a:t>
            </a:r>
            <a:endParaRPr lang="en-US"/>
          </a:p>
        </p:txBody>
      </p:sp>
      <p:sp>
        <p:nvSpPr>
          <p:cNvPr id="1969219395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4145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916278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6653280" cy="4351338"/>
          </a:xfrm>
        </p:spPr>
        <p:txBody>
          <a:bodyPr/>
          <a:lstStyle/>
          <a:p>
            <a:pPr>
              <a:defRPr/>
            </a:pPr>
            <a:r>
              <a:rPr lang="en-US"/>
              <a:t>clover-sim </a:t>
            </a:r>
            <a:r>
              <a:rPr lang="ru-RU"/>
              <a:t>это псевдо-симулятор дронов, основанный на дроне </a:t>
            </a:r>
            <a:r>
              <a:rPr lang="en-US"/>
              <a:t>coex </a:t>
            </a:r>
            <a:r>
              <a:rPr lang="ru-RU"/>
              <a:t>клевер</a:t>
            </a:r>
            <a:r>
              <a:rPr lang="en-US"/>
              <a:t> 4</a:t>
            </a:r>
            <a:r>
              <a:rPr lang="ru-RU"/>
              <a:t>. Цель</a:t>
            </a:r>
            <a:r>
              <a:rPr lang="en-US"/>
              <a:t> </a:t>
            </a:r>
            <a:r>
              <a:rPr lang="ru-RU"/>
              <a:t>игры</a:t>
            </a:r>
            <a:r>
              <a:rPr lang="ru-RU"/>
              <a:t> – доставить теннисный мяч от старта к финишу.</a:t>
            </a:r>
            <a:endParaRPr/>
          </a:p>
        </p:txBody>
      </p:sp>
      <p:pic>
        <p:nvPicPr>
          <p:cNvPr id="1138562536" name=""/>
          <p:cNvPicPr>
            <a:picLocks noChangeAspect="1"/>
          </p:cNvPicPr>
          <p:nvPr/>
        </p:nvPicPr>
        <p:blipFill rotWithShape="1">
          <a:blip r:embed="rId3"/>
          <a:srcRect l="8133" t="0" r="11576" b="0"/>
          <a:stretch/>
        </p:blipFill>
        <p:spPr bwMode="auto">
          <a:xfrm flipH="0" flipV="0">
            <a:off x="7103082" y="76377"/>
            <a:ext cx="4993689" cy="3498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541037" name="Title 1"/>
          <p:cNvSpPr>
            <a:spLocks noGrp="1"/>
          </p:cNvSpPr>
          <p:nvPr>
            <p:ph type="title"/>
          </p:nvPr>
        </p:nvSpPr>
        <p:spPr bwMode="auto">
          <a:xfrm>
            <a:off x="764219" y="115440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Геймплей</a:t>
            </a:r>
            <a:endParaRPr/>
          </a:p>
        </p:txBody>
      </p:sp>
      <p:sp>
        <p:nvSpPr>
          <p:cNvPr id="724795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99486" y="1307760"/>
            <a:ext cx="10515600" cy="54244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ru-RU"/>
              <a:t>Управление имитирует управление дроном.</a:t>
            </a:r>
            <a:endParaRPr lang="ru-RU"/>
          </a:p>
          <a:p>
            <a:pPr>
              <a:defRPr/>
            </a:pPr>
            <a:r>
              <a:rPr lang="ru-RU"/>
              <a:t>Мяч можно захватывать и бросать, сохраняя скорость.</a:t>
            </a:r>
            <a:endParaRPr lang="ru-RU"/>
          </a:p>
          <a:p>
            <a:pPr>
              <a:defRPr/>
            </a:pPr>
            <a:r>
              <a:rPr lang="ru-RU"/>
              <a:t>Мяч эластичен</a:t>
            </a:r>
            <a:endParaRPr lang="ru-RU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Секундомер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запускается, к</a:t>
            </a:r>
            <a:r>
              <a:rPr lang="ru-RU"/>
              <a:t>огда мяч захватывается в первый раз, и останавливается, когда мяч касается финиша</a:t>
            </a:r>
            <a:endParaRPr lang="ru-RU"/>
          </a:p>
          <a:p>
            <a:pPr>
              <a:defRPr/>
            </a:pPr>
            <a:r>
              <a:rPr lang="ru-RU"/>
              <a:t>Перед началом игры вводится имя, которое, вместе со временем, идёт в таблицу результатов.</a:t>
            </a:r>
            <a:endParaRPr lang="ru-RU"/>
          </a:p>
          <a:p>
            <a:pPr>
              <a:defRPr/>
            </a:pPr>
            <a:r>
              <a:rPr lang="ru-RU"/>
              <a:t>В зависимости от времени, в конце игры появляется бронзовый, серебряный или золотой кубок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99097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74295" y="601092"/>
            <a:ext cx="11898460" cy="5575870"/>
          </a:xfrm>
        </p:spPr>
        <p:txBody>
          <a:bodyPr/>
          <a:lstStyle/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 мяч захвачен, он считается частью дрона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Через зелёные ворота можно пролететь только с мячом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Через голубые ворота нельзя пролететь с мячом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Через красные ворота может пролететь только мяч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Через фиолетовые ворота не может пролететь мяч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Коричневые ворота замедляют мяч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Чёрно-белые ворота - финиш</a:t>
            </a:r>
            <a:endParaRPr sz="2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0750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Применённые технологии</a:t>
            </a:r>
            <a:endParaRPr/>
          </a:p>
        </p:txBody>
      </p:sp>
      <p:sp>
        <p:nvSpPr>
          <p:cNvPr id="202364749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53248" y="1825624"/>
            <a:ext cx="11878159" cy="47956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ru-RU"/>
              <a:t>Ввод с клавиатуры</a:t>
            </a:r>
            <a:endParaRPr/>
          </a:p>
          <a:p>
            <a:pPr>
              <a:defRPr/>
            </a:pPr>
            <a:r>
              <a:rPr lang="ru-RU"/>
              <a:t>Спрайты (игрок и мяч)</a:t>
            </a:r>
            <a:endParaRPr lang="ru-RU"/>
          </a:p>
          <a:p>
            <a:pPr>
              <a:defRPr/>
            </a:pPr>
            <a:r>
              <a:rPr lang="ru-RU"/>
              <a:t>Коллизии (Физ. движок </a:t>
            </a:r>
            <a:r>
              <a:rPr lang="ru-RU"/>
              <a:t>мяча и ворота)</a:t>
            </a:r>
            <a:endParaRPr lang="ru-RU"/>
          </a:p>
          <a:p>
            <a:pPr>
              <a:defRPr/>
            </a:pPr>
            <a:r>
              <a:rPr lang="ru-RU"/>
              <a:t>Клетчатое поле, тайлы, камера</a:t>
            </a:r>
            <a:endParaRPr lang="ru-RU"/>
          </a:p>
          <a:p>
            <a:pPr>
              <a:defRPr/>
            </a:pPr>
            <a:r>
              <a:rPr lang="ru-RU"/>
              <a:t>Физика (</a:t>
            </a:r>
            <a:r>
              <a:rPr lang="en-US"/>
              <a:t>PhysicsEnginePlatformer</a:t>
            </a:r>
            <a:r>
              <a:rPr lang="ru-RU"/>
              <a:t> для игрока и своя физика для мяча</a:t>
            </a:r>
            <a:r>
              <a:rPr lang="ru-RU"/>
              <a:t>)</a:t>
            </a:r>
            <a:endParaRPr lang="ru-RU"/>
          </a:p>
          <a:p>
            <a:pPr>
              <a:defRPr/>
            </a:pPr>
            <a:r>
              <a:rPr lang="ru-RU"/>
              <a:t>Сцены, </a:t>
            </a:r>
            <a:r>
              <a:rPr lang="en-US"/>
              <a:t>GUI</a:t>
            </a:r>
            <a:r>
              <a:rPr lang="ru-RU"/>
              <a:t>, Частицы</a:t>
            </a:r>
            <a:endParaRPr lang="ru-RU"/>
          </a:p>
          <a:p>
            <a:pPr>
              <a:defRPr/>
            </a:pPr>
            <a:r>
              <a:rPr lang="ru-RU"/>
              <a:t>Звуки</a:t>
            </a:r>
            <a:endParaRPr lang="ru-RU"/>
          </a:p>
          <a:p>
            <a:pPr>
              <a:defRPr/>
            </a:pPr>
            <a:r>
              <a:rPr lang="ru-RU"/>
              <a:t>Анимации (танцующие цветки)</a:t>
            </a:r>
            <a:endParaRPr lang="ru-RU"/>
          </a:p>
          <a:p>
            <a:pPr>
              <a:defRPr/>
            </a:pPr>
            <a:r>
              <a:rPr lang="en-US"/>
              <a:t>csv </a:t>
            </a:r>
            <a:r>
              <a:rPr lang="ru-RU"/>
              <a:t>таблицы (хранение предыдущих результатов)</a:t>
            </a:r>
            <a:endParaRPr lang="ru-RU"/>
          </a:p>
          <a:p>
            <a:pPr>
              <a:defRPr/>
            </a:pPr>
            <a:r>
              <a:rPr lang="ru-RU"/>
              <a:t>Управление геймпадом или пультом (</a:t>
            </a:r>
            <a:r>
              <a:rPr lang="en-US"/>
              <a:t>radiomaster pocket, flysky fs-i6</a:t>
            </a:r>
            <a:r>
              <a:rPr lang="en-US"/>
              <a:t>, </a:t>
            </a:r>
            <a:r>
              <a:rPr lang="ru-RU"/>
              <a:t>итд</a:t>
            </a:r>
            <a:r>
              <a:rPr lang="en-US"/>
              <a:t>.)</a:t>
            </a:r>
            <a:endParaRPr lang="ru-RU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1192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6781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2026-03-13T15:48:56Z</dcterms:modified>
</cp:coreProperties>
</file>